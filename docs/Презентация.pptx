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9"/>
  </p:normalViewPr>
  <p:slideViewPr>
    <p:cSldViewPr snapToGrid="0" snapToObjects="1">
      <p:cViewPr varScale="1">
        <p:scale>
          <a:sx n="110" d="100"/>
          <a:sy n="110" d="100"/>
        </p:scale>
        <p:origin x="6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183E6B"/>
                </a:solidFill>
              </a:rPr>
              <a:t>Game of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222222"/>
                </a:solidFill>
              </a:rPr>
              <a:t>Реализация клеточного автомата Дж. Конвея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233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884D"/>
                </a:solidFill>
              </a:rPr>
              <a:t>Python 3 · Tkinter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Менеджер · Разработчик · Тестировщик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Цель и 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Разработать настольное приложение, реализующее клеточный автомат «Жизнь» с интерактивным полем 20×20, пошаговой и непрерывной симуляцией, ручной расстановкой клеток, случайным заполнением, сохранением и загрузкой состояния.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каноническая модель — простые правила порождают сложное поведение;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учебная база для отработки ООП и моделирования;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наглядная визуализация дискретных систем.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Спроектировать архитектуру с разделением слоёв: данные → логика → представление.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модель поля и правил клеточного автомата (поддержка произвольного B…/S…).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Создать графический интерфейс на Tkinter: канвас, кнопки, ползунок скорости, статистика.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Обеспечить редактирование поля мышью (клик и перетаскивание).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сохранение и загрузку поля в формате Life 1.06.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Покрыть приложение сценарием тестирования и подготовить отчёт.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Поле 20×20 с тороидальными границами.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ЛКМ — переключение клетки; зажатая ЛКМ — рисование.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Старт / Стоп / Шаг (пробел, →).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Очистка / Случайное заполнение / Сброс (C, R).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Регулировка скорости (~50–1000 мс между кадрами).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в формате Life 1.06 (S, L).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Отображение имени, итерации, числа живых клеток и правила.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Адаптивный размер клеток при изменении окна; F11 — полный экран.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Нефункциональные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Python 3.10+; интерфейс — стандартный Tkinter (без сторонних GUI).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Запуск одной командой: python main.py. Без сетевых зависимостей.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Архитектура по принципам ООП: инкапсуляция, наследование, полиморфизм.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Минимизация связей: GUI не лезет в Field и формат файла напрямую.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Кросс-платформенность: macOS, Windows, Linux.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Логика проверена ручными smoke-тестами (мигалка, глайдер).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Используемые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Python 3.10+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91440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выразительный синтаксис, встроенный ООП, минимальные зависимости.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Tkinter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87452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стандартная библиотека Python, достаточная для канваса и кнопок; PyGame избыточен, Qt тянет тяжёлые зависимости.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dataclasses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лаконичное описание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abc.ABC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79476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иерархия правил Rule с полиморфным интерфейсом.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Формат Life 1.06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де-факто стандарт хранения паттернов «Жизни»; легко читается.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Архитектура: диаграмма классов</a:t>
            </a:r>
          </a:p>
        </p:txBody>
      </p:sp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243" y="928676"/>
            <a:ext cx="5891513" cy="55655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Применённые принципы ООП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Инкапсуляция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91440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Все атрибуты приватные (_field, _cells, _rule); доступ — через методы и @property.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Наследование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7452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Rule → CustomRule → ConwayRule. ConwayRule переиспользует логику родителя.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Полиморфизм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83464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GameModel.compute_iteration зовёт rule.next_state(...) — конкретный класс не важен.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Минимум связей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9476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GUI знает только GameModel и LifeFileIO; не лезет в Field, Point и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SRP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75488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Один класс = одна задача: данные / правило / хранение / логика / I/O / интерфейс.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Запуск и пустое поле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Окно с панелью кнопок, регулятором скорости, строкой статистики (имя, итерация, число живых клеток, правило) и игровым полем 20×20.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Создание мигалки</a:t>
            </a:r>
          </a:p>
        </p:txBody>
      </p:sp>
      <p:pic>
        <p:nvPicPr>
          <p:cNvPr id="4" name="Picture 3" descr="02_blinke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Кликами по полю расставлены три клетки в одной строке — классический осциллятор «blinker».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Шаг симуляции</a:t>
            </a:r>
          </a:p>
        </p:txBody>
      </p:sp>
      <p:pic>
        <p:nvPicPr>
          <p:cNvPr id="4" name="Picture 3" descr="03_blinker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После одного шага (кнопка «Шаг» / клавиша →) горизонтальная линия превратилась в вертикальную. Итерация увеличилась до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Загрузка глайдера из файла</a:t>
            </a:r>
          </a:p>
        </p:txBody>
      </p:sp>
      <p:pic>
        <p:nvPicPr>
          <p:cNvPr id="4" name="Picture 3" descr="04_glider_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Через «Загрузить» загружен examples/glider.cells. Имя в шапке поменялось на «Glider», правило подхватилось из файла.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Глайдер через 4 шага</a:t>
            </a:r>
          </a:p>
        </p:txBody>
      </p:sp>
      <p:pic>
        <p:nvPicPr>
          <p:cNvPr id="4" name="Picture 3" descr="05_glider_after_4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Глайдер сдвинулся по диагонали — каноническое поведение фигуры.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Случайное заполнение</a:t>
            </a:r>
          </a:p>
        </p:txBody>
      </p:sp>
      <p:pic>
        <p:nvPicPr>
          <p:cNvPr id="4" name="Picture 3" descr="06_random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«Случайно» (R) заполняет поле примерно наполовину, итерация сбрасывается в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Очистка поля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«Очистить» (C) приводит поле к пустому состоянию.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Результаты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22222"/>
                </a:solidFill>
              </a:rPr>
              <a:t>Всего тест-кейсов: 15 (см. docs/Тест-сценарий.md).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Запуск и базовое отображение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Редактирование клеток мышью (одиночный клик и drag)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Шаг и непрерывная симуляция, пробел/→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Скорость, очистка, случайное заполнение, сброс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Life 1.06 (round-trip)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Тороидальные границы (мигалка на краю)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Изменение размеров окна, F11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Все горячие клавиши (пробел, →, C, R, S, L, F11) —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Все функциональные и нефункциональные требования из ТЗ выполнены.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Архитектура построена по принципам ООП: иерархия Rule даёт наследование и полиморфизм; каждый класс отвечает за одну задачу; GUI отделён от логики и формата файла.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Поведение классических фигур (мигалка, глайдер) соответствует эталону.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Возможные расширения: настраиваемый размер поля, дополнительные правила (HighLife B36/S23, Day&amp;Night и т. п.), палитра, экспорт в RLE.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827</Words>
  <Application>Microsoft Macintosh PowerPoint</Application>
  <PresentationFormat>Широкоэкранный</PresentationFormat>
  <Paragraphs>86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Даниил Зедгенидзе</cp:lastModifiedBy>
  <cp:revision>2</cp:revision>
  <dcterms:created xsi:type="dcterms:W3CDTF">2013-01-27T09:14:16Z</dcterms:created>
  <dcterms:modified xsi:type="dcterms:W3CDTF">2026-05-06T20:08:03Z</dcterms:modified>
  <cp:category/>
</cp:coreProperties>
</file>